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2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93B9-C3BC-A41B-6D46-D008CFF34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33F68-CA07-27D3-0C7D-CC7CE4A29F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B8F93-3F80-14B2-B636-47553A685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0B8EA-3A61-FEA7-BD5C-E79F10D6E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936F7-EE05-7B79-D949-0BA230C4B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0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2EFB4-387B-C11F-3AF4-8724C2435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4FF5B-0670-3EFE-A9D7-69AFEFBB7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51291-1B95-8E09-D2F7-092A57433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C0C44-A07F-5FB0-7776-AFD22C4AF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424DE-9B6D-CF32-6629-C4DF1673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278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4729B-F91A-9083-FC8D-90860F097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5B237-9B87-05B3-2A0F-79108A671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0E5DA-E0CD-8E8E-F5DD-BC1D9551A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F7CD0-1D17-51D4-FFA5-9B923F99E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C95A5-758E-244B-CB3A-870BE9CE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49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FF096-4331-7AAD-5EC6-32513E7C1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A96FD-A808-D59B-D00E-90EA881CC7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AD9A2B-622F-5894-293E-023D760A3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FC66C-E9A6-FF1E-BED9-A8E35A957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BCC15-67C5-4EF4-EE5D-B6A5A1417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8F95D-3897-2C24-183E-41C390B86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182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39B11-D339-ACD6-A54A-FDB82FF6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1F93E-94B4-524E-CC08-0BDA3C938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62C2F-9951-1A75-21BD-BD5E04317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5D99C-E55B-0946-7CBF-CF70F39B9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0D2179-B975-B720-89C7-A3E6BFFB33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2A589-2DEE-BC35-D754-A9070D557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D51E3F-9BDE-715B-AC05-B877FDADF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ECA3AE-788D-6AA4-54A5-FCB1B666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182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D66F4-AB30-0D7D-958E-CC062A288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AFD240-C9A5-F29E-B143-2415BF9A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C8870-5768-6B58-330A-3CC02619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B9CBD-6E6D-1335-8BDB-353DED21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00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1B9553-6B93-FDA6-AAC0-82BF38B13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A6FFB-26D9-7F42-71EF-7EAB405FB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68033-ADA8-2F91-C755-C50F024D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145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8FE3C-5823-E91A-289F-42730FA0F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88663-58F2-598B-BB54-614DEE0D4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6FF5FB-2183-40F6-30EA-5FA2E92D2B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39ABE-E5D0-C970-C717-553411E4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5CC10C-430F-2094-DFC7-8FC59772B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30F56-566A-19A2-03B1-D9F418D9B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92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CBB9A-1694-3E86-DA20-5F42C3FEE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4D65B2-9554-7F72-BABA-77631BA485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10A8D0-B225-7E50-7440-ADC053465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80823-2656-DB47-78F6-90721DA38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AF70DE-C2B6-1FC6-B848-44376109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48C3A-1246-3A69-79D9-402C49A22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105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714F-200C-27D6-B0A5-BD7494EE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44C5B-1238-9555-7D35-F5851CC1F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B3518-E1F5-7CC1-1C38-967BAE930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97079F-6A59-21EE-CFC3-D1A4AD785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25491-EE71-D51E-07D7-61DD2E3D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56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2F8867-8438-1E04-C428-EB1777BFE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0F02D-B365-A6C8-6BEF-6F69F5749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E4F2-A910-8F93-F30E-DB70B0F2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07290-6D71-7AE8-19B5-DB3ADE631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B4927-EEA3-DD5D-C7AA-D9251BD7B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1133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1421A3-3EB4-3927-4723-CF7F309C1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4410A-53EC-BDA2-0111-CA678A9DB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10D7A-0E9B-F9AD-32AC-35F2571F7E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B758ED-42E1-4739-B9E4-5C1C21BF5AC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5ED8F7-9A6D-A584-0319-2E0CF2AD7B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60837-C9E3-6607-E445-79985C92B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A004C0-DAB2-4BAD-B2C2-4630F2744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787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E933-FE40-0FDB-CBC9-C64073174A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8E104-AC34-66A8-AA3D-B9E0025EA6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21628-1083-2EA6-CFB4-B8C53B2C4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8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7888FE-F527-7CFB-2990-0397CE216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007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89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D7733-E1F3-DCF8-A99E-795CD7E0E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42" y="643467"/>
            <a:ext cx="990411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9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F7845F-AB1E-FC89-8D0E-F4166B70F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85" b="6322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587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8ED50-69B1-61F7-8033-3310C9D7E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61" b="1946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15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1D8088-559A-46A5-A801-CDF0B947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E2E96F-17F7-4C8C-BDF1-6BB90A0C1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2380868"/>
            <a:ext cx="11982332" cy="2087795"/>
            <a:chOff x="143163" y="5763486"/>
            <a:chExt cx="11982332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6BD00C-9313-4A22-94F7-3875A46C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AF30D0-AA67-427C-9938-A2C8A9B5D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534F2-B5DF-093F-DC30-EAFE615ECE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1" b="4426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76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5F6E6-2D91-52ED-4403-64D2856DE3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6" b="786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80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5D42A-13F8-ADE2-F230-D9B3BE119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70" b="745"/>
          <a:stretch>
            <a:fillRect/>
          </a:stretch>
        </p:blipFill>
        <p:spPr>
          <a:xfrm>
            <a:off x="838199" y="735153"/>
            <a:ext cx="10515602" cy="538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553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3644BFD-D22E-4019-B666-387DA51AE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0A6291-F129-6155-7BAD-2CC77EA132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90" b="317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31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Sreeja Kodali</dc:creator>
  <cp:lastModifiedBy>Naga Sreeja Kodali</cp:lastModifiedBy>
  <cp:revision>1</cp:revision>
  <dcterms:created xsi:type="dcterms:W3CDTF">2026-02-09T16:57:00Z</dcterms:created>
  <dcterms:modified xsi:type="dcterms:W3CDTF">2026-02-09T17:03:03Z</dcterms:modified>
</cp:coreProperties>
</file>